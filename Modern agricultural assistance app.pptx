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</p:sldIdLst>
  <p:sldSz cx="18288000" cy="10287000"/>
  <p:notesSz cx="6858000" cy="9144000"/>
  <p:embeddedFontLst>
    <p:embeddedFont>
      <p:font typeface="League Spartan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20C274E-0EC9-49F0-98B3-E85E7B2134F3}" v="20" dt="2025-11-29T11:35:58.0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1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font" Target="fonts/font1.fntdata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jeet Manohar" userId="4ff1a135551793a5" providerId="LiveId" clId="{5469B361-3088-4652-929C-64201BA55456}"/>
    <pc:docChg chg="custSel addSld delSld modSld">
      <pc:chgData name="Abhijeet Manohar" userId="4ff1a135551793a5" providerId="LiveId" clId="{5469B361-3088-4652-929C-64201BA55456}" dt="2025-11-29T11:35:58.044" v="101"/>
      <pc:docMkLst>
        <pc:docMk/>
      </pc:docMkLst>
      <pc:sldChg chg="addSp delSp modSp mod">
        <pc:chgData name="Abhijeet Manohar" userId="4ff1a135551793a5" providerId="LiveId" clId="{5469B361-3088-4652-929C-64201BA55456}" dt="2025-11-29T11:33:24.872" v="73" actId="478"/>
        <pc:sldMkLst>
          <pc:docMk/>
          <pc:sldMk cId="0" sldId="256"/>
        </pc:sldMkLst>
        <pc:spChg chg="mod">
          <ac:chgData name="Abhijeet Manohar" userId="4ff1a135551793a5" providerId="LiveId" clId="{5469B361-3088-4652-929C-64201BA55456}" dt="2025-11-29T11:32:09.656" v="5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Abhijeet Manohar" userId="4ff1a135551793a5" providerId="LiveId" clId="{5469B361-3088-4652-929C-64201BA55456}" dt="2025-11-29T11:32:09.656" v="5" actId="14100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Abhijeet Manohar" userId="4ff1a135551793a5" providerId="LiveId" clId="{5469B361-3088-4652-929C-64201BA55456}" dt="2025-11-29T11:33:24.872" v="73" actId="478"/>
          <ac:spMkLst>
            <pc:docMk/>
            <pc:sldMk cId="0" sldId="256"/>
            <ac:spMk id="6" creationId="{A401F1C9-6623-2A99-4D01-2F988D934753}"/>
          </ac:spMkLst>
        </pc:spChg>
        <pc:picChg chg="add del mod">
          <ac:chgData name="Abhijeet Manohar" userId="4ff1a135551793a5" providerId="LiveId" clId="{5469B361-3088-4652-929C-64201BA55456}" dt="2025-11-29T11:33:24.872" v="73" actId="478"/>
          <ac:picMkLst>
            <pc:docMk/>
            <pc:sldMk cId="0" sldId="256"/>
            <ac:picMk id="5" creationId="{5511D7F0-AA46-D416-9D8C-9672F18C47C1}"/>
          </ac:picMkLst>
        </pc:picChg>
      </pc:sldChg>
      <pc:sldChg chg="del">
        <pc:chgData name="Abhijeet Manohar" userId="4ff1a135551793a5" providerId="LiveId" clId="{5469B361-3088-4652-929C-64201BA55456}" dt="2025-11-29T11:31:43.029" v="0" actId="47"/>
        <pc:sldMkLst>
          <pc:docMk/>
          <pc:sldMk cId="0" sldId="257"/>
        </pc:sldMkLst>
      </pc:sldChg>
      <pc:sldChg chg="addSp delSp modSp new mod modAnim">
        <pc:chgData name="Abhijeet Manohar" userId="4ff1a135551793a5" providerId="LiveId" clId="{5469B361-3088-4652-929C-64201BA55456}" dt="2025-11-29T11:35:58.044" v="101"/>
        <pc:sldMkLst>
          <pc:docMk/>
          <pc:sldMk cId="3376989580" sldId="257"/>
        </pc:sldMkLst>
        <pc:spChg chg="add del mod">
          <ac:chgData name="Abhijeet Manohar" userId="4ff1a135551793a5" providerId="LiveId" clId="{5469B361-3088-4652-929C-64201BA55456}" dt="2025-11-29T11:33:23.254" v="72"/>
          <ac:spMkLst>
            <pc:docMk/>
            <pc:sldMk cId="3376989580" sldId="257"/>
            <ac:spMk id="3" creationId="{990A19F7-69C3-3B37-B3FA-218F13C76F22}"/>
          </ac:spMkLst>
        </pc:spChg>
        <pc:spChg chg="add del mod">
          <ac:chgData name="Abhijeet Manohar" userId="4ff1a135551793a5" providerId="LiveId" clId="{5469B361-3088-4652-929C-64201BA55456}" dt="2025-11-29T11:34:12.140" v="75" actId="478"/>
          <ac:spMkLst>
            <pc:docMk/>
            <pc:sldMk cId="3376989580" sldId="257"/>
            <ac:spMk id="4" creationId="{081310A3-8D45-7444-F8BD-A1CE813BFC8F}"/>
          </ac:spMkLst>
        </pc:spChg>
        <pc:spChg chg="add del mod">
          <ac:chgData name="Abhijeet Manohar" userId="4ff1a135551793a5" providerId="LiveId" clId="{5469B361-3088-4652-929C-64201BA55456}" dt="2025-11-29T11:34:24.491" v="76"/>
          <ac:spMkLst>
            <pc:docMk/>
            <pc:sldMk cId="3376989580" sldId="257"/>
            <ac:spMk id="5" creationId="{3C5D73FA-5318-E6E4-FD18-894F4EA1526E}"/>
          </ac:spMkLst>
        </pc:spChg>
        <pc:spChg chg="add mod">
          <ac:chgData name="Abhijeet Manohar" userId="4ff1a135551793a5" providerId="LiveId" clId="{5469B361-3088-4652-929C-64201BA55456}" dt="2025-11-29T11:34:49.616" v="84" actId="1076"/>
          <ac:spMkLst>
            <pc:docMk/>
            <pc:sldMk cId="3376989580" sldId="257"/>
            <ac:spMk id="7" creationId="{3FBA44DE-43B9-DA03-6941-05C4A6FE06A0}"/>
          </ac:spMkLst>
        </pc:spChg>
        <pc:picChg chg="add del mod">
          <ac:chgData name="Abhijeet Manohar" userId="4ff1a135551793a5" providerId="LiveId" clId="{5469B361-3088-4652-929C-64201BA55456}" dt="2025-11-29T11:34:24.491" v="76"/>
          <ac:picMkLst>
            <pc:docMk/>
            <pc:sldMk cId="3376989580" sldId="257"/>
            <ac:picMk id="2" creationId="{9650DFF0-7469-E672-E3AE-948107CA7DA3}"/>
          </ac:picMkLst>
        </pc:picChg>
        <pc:picChg chg="del mod">
          <ac:chgData name="Abhijeet Manohar" userId="4ff1a135551793a5" providerId="LiveId" clId="{5469B361-3088-4652-929C-64201BA55456}" dt="2025-11-29T11:34:43.303" v="81" actId="21"/>
          <ac:picMkLst>
            <pc:docMk/>
            <pc:sldMk cId="3376989580" sldId="257"/>
            <ac:picMk id="6" creationId="{74914EAC-0BB9-027B-79B6-13A3EA8A68F6}"/>
          </ac:picMkLst>
        </pc:picChg>
        <pc:picChg chg="add mod">
          <ac:chgData name="Abhijeet Manohar" userId="4ff1a135551793a5" providerId="LiveId" clId="{5469B361-3088-4652-929C-64201BA55456}" dt="2025-11-29T11:35:03.978" v="88" actId="1076"/>
          <ac:picMkLst>
            <pc:docMk/>
            <pc:sldMk cId="3376989580" sldId="257"/>
            <ac:picMk id="8" creationId="{74914EAC-0BB9-027B-79B6-13A3EA8A68F6}"/>
          </ac:picMkLst>
        </pc:picChg>
      </pc:sldChg>
      <pc:sldChg chg="del">
        <pc:chgData name="Abhijeet Manohar" userId="4ff1a135551793a5" providerId="LiveId" clId="{5469B361-3088-4652-929C-64201BA55456}" dt="2025-11-29T11:31:44.022" v="1" actId="47"/>
        <pc:sldMkLst>
          <pc:docMk/>
          <pc:sldMk cId="0" sldId="258"/>
        </pc:sldMkLst>
      </pc:sldChg>
      <pc:sldChg chg="del">
        <pc:chgData name="Abhijeet Manohar" userId="4ff1a135551793a5" providerId="LiveId" clId="{5469B361-3088-4652-929C-64201BA55456}" dt="2025-11-29T11:31:45.607" v="2" actId="47"/>
        <pc:sldMkLst>
          <pc:docMk/>
          <pc:sldMk cId="0" sldId="259"/>
        </pc:sldMkLst>
      </pc:sldChg>
      <pc:sldChg chg="del">
        <pc:chgData name="Abhijeet Manohar" userId="4ff1a135551793a5" providerId="LiveId" clId="{5469B361-3088-4652-929C-64201BA55456}" dt="2025-11-29T11:31:46.951" v="3" actId="47"/>
        <pc:sldMkLst>
          <pc:docMk/>
          <pc:sldMk cId="0" sldId="260"/>
        </pc:sldMkLst>
      </pc:sldChg>
      <pc:sldChg chg="del">
        <pc:chgData name="Abhijeet Manohar" userId="4ff1a135551793a5" providerId="LiveId" clId="{5469B361-3088-4652-929C-64201BA55456}" dt="2025-11-29T11:31:48.087" v="4" actId="47"/>
        <pc:sldMkLst>
          <pc:docMk/>
          <pc:sldMk cId="0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jocarra.deviantart.com/art/STOCK-Green-Grass-1-23983106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952546">
            <a:off x="13197890" y="3777396"/>
            <a:ext cx="2850772" cy="1479246"/>
          </a:xfrm>
          <a:custGeom>
            <a:avLst/>
            <a:gdLst/>
            <a:ahLst/>
            <a:cxnLst/>
            <a:rect l="l" t="t" r="r" b="b"/>
            <a:pathLst>
              <a:path w="2758661" h="1403469">
                <a:moveTo>
                  <a:pt x="0" y="0"/>
                </a:moveTo>
                <a:lnTo>
                  <a:pt x="2758661" y="0"/>
                </a:lnTo>
                <a:lnTo>
                  <a:pt x="2758661" y="1403469"/>
                </a:lnTo>
                <a:lnTo>
                  <a:pt x="0" y="1403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3573841" y="3450901"/>
            <a:ext cx="13113959" cy="30909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977"/>
              </a:lnSpc>
              <a:spcBef>
                <a:spcPct val="0"/>
              </a:spcBef>
            </a:pPr>
            <a:r>
              <a:rPr lang="en-US" sz="17841" dirty="0">
                <a:solidFill>
                  <a:srgbClr val="38B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Agro</a:t>
            </a:r>
            <a:r>
              <a:rPr lang="en-US" sz="17841" dirty="0">
                <a:solidFill>
                  <a:srgbClr val="9EF01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3FBA44DE-43B9-DA03-6941-05C4A6FE06A0}"/>
              </a:ext>
            </a:extLst>
          </p:cNvPr>
          <p:cNvSpPr/>
          <p:nvPr/>
        </p:nvSpPr>
        <p:spPr>
          <a:xfrm rot="19647454">
            <a:off x="13051866" y="3889123"/>
            <a:ext cx="2850772" cy="1479246"/>
          </a:xfrm>
          <a:custGeom>
            <a:avLst/>
            <a:gdLst/>
            <a:ahLst/>
            <a:cxnLst/>
            <a:rect l="l" t="t" r="r" b="b"/>
            <a:pathLst>
              <a:path w="2758661" h="1403469">
                <a:moveTo>
                  <a:pt x="0" y="0"/>
                </a:moveTo>
                <a:lnTo>
                  <a:pt x="2758661" y="0"/>
                </a:lnTo>
                <a:lnTo>
                  <a:pt x="2758661" y="1403469"/>
                </a:lnTo>
                <a:lnTo>
                  <a:pt x="0" y="1403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914EAC-0BB9-027B-79B6-13A3EA8A6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22719" t="45569" r="25017" b="35742"/>
          <a:stretch>
            <a:fillRect/>
          </a:stretch>
        </p:blipFill>
        <p:spPr>
          <a:xfrm>
            <a:off x="2971800" y="4152900"/>
            <a:ext cx="10972800" cy="2615914"/>
          </a:xfrm>
          <a:custGeom>
            <a:avLst/>
            <a:gdLst/>
            <a:ahLst/>
            <a:cxnLst/>
            <a:rect l="l" t="t" r="r" b="b"/>
            <a:pathLst>
              <a:path w="10792739" h="2572988">
                <a:moveTo>
                  <a:pt x="6824091" y="1094937"/>
                </a:moveTo>
                <a:cubicBezTo>
                  <a:pt x="6745503" y="1094937"/>
                  <a:pt x="6680895" y="1120629"/>
                  <a:pt x="6630266" y="1172013"/>
                </a:cubicBezTo>
                <a:cubicBezTo>
                  <a:pt x="6579638" y="1223398"/>
                  <a:pt x="6554323" y="1288384"/>
                  <a:pt x="6554323" y="1366971"/>
                </a:cubicBezTo>
                <a:cubicBezTo>
                  <a:pt x="6554323" y="1447070"/>
                  <a:pt x="6580393" y="1512811"/>
                  <a:pt x="6632533" y="1564196"/>
                </a:cubicBezTo>
                <a:cubicBezTo>
                  <a:pt x="6684673" y="1615580"/>
                  <a:pt x="6748525" y="1641272"/>
                  <a:pt x="6824091" y="1641272"/>
                </a:cubicBezTo>
                <a:cubicBezTo>
                  <a:pt x="6901167" y="1641272"/>
                  <a:pt x="6965775" y="1615580"/>
                  <a:pt x="7017915" y="1564196"/>
                </a:cubicBezTo>
                <a:cubicBezTo>
                  <a:pt x="7070055" y="1512811"/>
                  <a:pt x="7096125" y="1447070"/>
                  <a:pt x="7096125" y="1366971"/>
                </a:cubicBezTo>
                <a:cubicBezTo>
                  <a:pt x="7096125" y="1286872"/>
                  <a:pt x="7071188" y="1221508"/>
                  <a:pt x="7021315" y="1170880"/>
                </a:cubicBezTo>
                <a:cubicBezTo>
                  <a:pt x="6971443" y="1120251"/>
                  <a:pt x="6905701" y="1094937"/>
                  <a:pt x="6824091" y="1094937"/>
                </a:cubicBezTo>
                <a:close/>
                <a:moveTo>
                  <a:pt x="5281059" y="1094937"/>
                </a:moveTo>
                <a:cubicBezTo>
                  <a:pt x="5203983" y="1094937"/>
                  <a:pt x="5139375" y="1120629"/>
                  <a:pt x="5087235" y="1172013"/>
                </a:cubicBezTo>
                <a:cubicBezTo>
                  <a:pt x="5035095" y="1223398"/>
                  <a:pt x="5009025" y="1289139"/>
                  <a:pt x="5009025" y="1369238"/>
                </a:cubicBezTo>
                <a:cubicBezTo>
                  <a:pt x="5009025" y="1449337"/>
                  <a:pt x="5033962" y="1514701"/>
                  <a:pt x="5083835" y="1565329"/>
                </a:cubicBezTo>
                <a:cubicBezTo>
                  <a:pt x="5133707" y="1615958"/>
                  <a:pt x="5199449" y="1641272"/>
                  <a:pt x="5281059" y="1641272"/>
                </a:cubicBezTo>
                <a:cubicBezTo>
                  <a:pt x="5359647" y="1641272"/>
                  <a:pt x="5424255" y="1615580"/>
                  <a:pt x="5474883" y="1564196"/>
                </a:cubicBezTo>
                <a:cubicBezTo>
                  <a:pt x="5525512" y="1512811"/>
                  <a:pt x="5550827" y="1447826"/>
                  <a:pt x="5550827" y="1369238"/>
                </a:cubicBezTo>
                <a:cubicBezTo>
                  <a:pt x="5550827" y="1289139"/>
                  <a:pt x="5524757" y="1223398"/>
                  <a:pt x="5472617" y="1172013"/>
                </a:cubicBezTo>
                <a:cubicBezTo>
                  <a:pt x="5420477" y="1120629"/>
                  <a:pt x="5356625" y="1094937"/>
                  <a:pt x="5281059" y="1094937"/>
                </a:cubicBezTo>
                <a:close/>
                <a:moveTo>
                  <a:pt x="2595010" y="1094937"/>
                </a:moveTo>
                <a:cubicBezTo>
                  <a:pt x="2517934" y="1094937"/>
                  <a:pt x="2453325" y="1120629"/>
                  <a:pt x="2401186" y="1172013"/>
                </a:cubicBezTo>
                <a:cubicBezTo>
                  <a:pt x="2349046" y="1223398"/>
                  <a:pt x="2322976" y="1289139"/>
                  <a:pt x="2322976" y="1369238"/>
                </a:cubicBezTo>
                <a:cubicBezTo>
                  <a:pt x="2322976" y="1449337"/>
                  <a:pt x="2347913" y="1514701"/>
                  <a:pt x="2397786" y="1565329"/>
                </a:cubicBezTo>
                <a:cubicBezTo>
                  <a:pt x="2447659" y="1615958"/>
                  <a:pt x="2513399" y="1641272"/>
                  <a:pt x="2595010" y="1641272"/>
                </a:cubicBezTo>
                <a:cubicBezTo>
                  <a:pt x="2673598" y="1641272"/>
                  <a:pt x="2738206" y="1615580"/>
                  <a:pt x="2788834" y="1564196"/>
                </a:cubicBezTo>
                <a:cubicBezTo>
                  <a:pt x="2839462" y="1512811"/>
                  <a:pt x="2864777" y="1447826"/>
                  <a:pt x="2864777" y="1369238"/>
                </a:cubicBezTo>
                <a:cubicBezTo>
                  <a:pt x="2864777" y="1289139"/>
                  <a:pt x="2838706" y="1223398"/>
                  <a:pt x="2786567" y="1172013"/>
                </a:cubicBezTo>
                <a:cubicBezTo>
                  <a:pt x="2734427" y="1120629"/>
                  <a:pt x="2670575" y="1094937"/>
                  <a:pt x="2595010" y="1094937"/>
                </a:cubicBezTo>
                <a:close/>
                <a:moveTo>
                  <a:pt x="8368321" y="786632"/>
                </a:moveTo>
                <a:lnTo>
                  <a:pt x="8769572" y="786632"/>
                </a:lnTo>
                <a:lnTo>
                  <a:pt x="8769572" y="1339768"/>
                </a:lnTo>
                <a:cubicBezTo>
                  <a:pt x="8769572" y="1454626"/>
                  <a:pt x="8786952" y="1536237"/>
                  <a:pt x="8821712" y="1584598"/>
                </a:cubicBezTo>
                <a:cubicBezTo>
                  <a:pt x="8856471" y="1632960"/>
                  <a:pt x="8915412" y="1657141"/>
                  <a:pt x="8998533" y="1657141"/>
                </a:cubicBezTo>
                <a:cubicBezTo>
                  <a:pt x="9081655" y="1657141"/>
                  <a:pt x="9140596" y="1632960"/>
                  <a:pt x="9175356" y="1584598"/>
                </a:cubicBezTo>
                <a:cubicBezTo>
                  <a:pt x="9210116" y="1536237"/>
                  <a:pt x="9227495" y="1454626"/>
                  <a:pt x="9227495" y="1339768"/>
                </a:cubicBezTo>
                <a:lnTo>
                  <a:pt x="9227495" y="786632"/>
                </a:lnTo>
                <a:lnTo>
                  <a:pt x="9628746" y="786632"/>
                </a:lnTo>
                <a:lnTo>
                  <a:pt x="9628746" y="1437247"/>
                </a:lnTo>
                <a:cubicBezTo>
                  <a:pt x="9628746" y="1630693"/>
                  <a:pt x="9578495" y="1770110"/>
                  <a:pt x="9477994" y="1855499"/>
                </a:cubicBezTo>
                <a:cubicBezTo>
                  <a:pt x="9377492" y="1940887"/>
                  <a:pt x="9217672" y="1983581"/>
                  <a:pt x="8998533" y="1983581"/>
                </a:cubicBezTo>
                <a:cubicBezTo>
                  <a:pt x="8779395" y="1983581"/>
                  <a:pt x="8619575" y="1940887"/>
                  <a:pt x="8519074" y="1855499"/>
                </a:cubicBezTo>
                <a:cubicBezTo>
                  <a:pt x="8418572" y="1770110"/>
                  <a:pt x="8368321" y="1630693"/>
                  <a:pt x="8368321" y="1437247"/>
                </a:cubicBezTo>
                <a:close/>
                <a:moveTo>
                  <a:pt x="10382421" y="752628"/>
                </a:moveTo>
                <a:cubicBezTo>
                  <a:pt x="10448918" y="752628"/>
                  <a:pt x="10514659" y="760184"/>
                  <a:pt x="10579646" y="775297"/>
                </a:cubicBezTo>
                <a:cubicBezTo>
                  <a:pt x="10644632" y="790410"/>
                  <a:pt x="10692993" y="805523"/>
                  <a:pt x="10724730" y="820636"/>
                </a:cubicBezTo>
                <a:lnTo>
                  <a:pt x="10772337" y="843306"/>
                </a:lnTo>
                <a:lnTo>
                  <a:pt x="10640854" y="1106272"/>
                </a:lnTo>
                <a:cubicBezTo>
                  <a:pt x="10550176" y="1057910"/>
                  <a:pt x="10464031" y="1033729"/>
                  <a:pt x="10382421" y="1033729"/>
                </a:cubicBezTo>
                <a:cubicBezTo>
                  <a:pt x="10337082" y="1033729"/>
                  <a:pt x="10304966" y="1038641"/>
                  <a:pt x="10286076" y="1048465"/>
                </a:cubicBezTo>
                <a:cubicBezTo>
                  <a:pt x="10267184" y="1058288"/>
                  <a:pt x="10257739" y="1076801"/>
                  <a:pt x="10257739" y="1104005"/>
                </a:cubicBezTo>
                <a:cubicBezTo>
                  <a:pt x="10257739" y="1110050"/>
                  <a:pt x="10258494" y="1116095"/>
                  <a:pt x="10260005" y="1122140"/>
                </a:cubicBezTo>
                <a:cubicBezTo>
                  <a:pt x="10261517" y="1128186"/>
                  <a:pt x="10264540" y="1133853"/>
                  <a:pt x="10269073" y="1139143"/>
                </a:cubicBezTo>
                <a:cubicBezTo>
                  <a:pt x="10273608" y="1144432"/>
                  <a:pt x="10277763" y="1148966"/>
                  <a:pt x="10281541" y="1152744"/>
                </a:cubicBezTo>
                <a:cubicBezTo>
                  <a:pt x="10285320" y="1156523"/>
                  <a:pt x="10291743" y="1160679"/>
                  <a:pt x="10300811" y="1165213"/>
                </a:cubicBezTo>
                <a:cubicBezTo>
                  <a:pt x="10309879" y="1169746"/>
                  <a:pt x="10317057" y="1173147"/>
                  <a:pt x="10322347" y="1175414"/>
                </a:cubicBezTo>
                <a:cubicBezTo>
                  <a:pt x="10327636" y="1177681"/>
                  <a:pt x="10336326" y="1181081"/>
                  <a:pt x="10348417" y="1185615"/>
                </a:cubicBezTo>
                <a:cubicBezTo>
                  <a:pt x="10360507" y="1190149"/>
                  <a:pt x="10369575" y="1193549"/>
                  <a:pt x="10375620" y="1195816"/>
                </a:cubicBezTo>
                <a:cubicBezTo>
                  <a:pt x="10381665" y="1198083"/>
                  <a:pt x="10391867" y="1201484"/>
                  <a:pt x="10406224" y="1206018"/>
                </a:cubicBezTo>
                <a:cubicBezTo>
                  <a:pt x="10420581" y="1210552"/>
                  <a:pt x="10431539" y="1213574"/>
                  <a:pt x="10439094" y="1215085"/>
                </a:cubicBezTo>
                <a:cubicBezTo>
                  <a:pt x="10485945" y="1228687"/>
                  <a:pt x="10526750" y="1243800"/>
                  <a:pt x="10561510" y="1260424"/>
                </a:cubicBezTo>
                <a:cubicBezTo>
                  <a:pt x="10596269" y="1277049"/>
                  <a:pt x="10632920" y="1299718"/>
                  <a:pt x="10671457" y="1328433"/>
                </a:cubicBezTo>
                <a:cubicBezTo>
                  <a:pt x="10709995" y="1357148"/>
                  <a:pt x="10739843" y="1393419"/>
                  <a:pt x="10761001" y="1437247"/>
                </a:cubicBezTo>
                <a:cubicBezTo>
                  <a:pt x="10782159" y="1481074"/>
                  <a:pt x="10792739" y="1530947"/>
                  <a:pt x="10792739" y="1586865"/>
                </a:cubicBezTo>
                <a:cubicBezTo>
                  <a:pt x="10792739" y="1851343"/>
                  <a:pt x="10609116" y="1983581"/>
                  <a:pt x="10241870" y="1983581"/>
                </a:cubicBezTo>
                <a:cubicBezTo>
                  <a:pt x="10158748" y="1983581"/>
                  <a:pt x="10079784" y="1970735"/>
                  <a:pt x="10004974" y="1945043"/>
                </a:cubicBezTo>
                <a:cubicBezTo>
                  <a:pt x="9930165" y="1919351"/>
                  <a:pt x="9876136" y="1893659"/>
                  <a:pt x="9842886" y="1867967"/>
                </a:cubicBezTo>
                <a:lnTo>
                  <a:pt x="9793014" y="1827162"/>
                </a:lnTo>
                <a:lnTo>
                  <a:pt x="9956234" y="1552861"/>
                </a:lnTo>
                <a:cubicBezTo>
                  <a:pt x="9968325" y="1563440"/>
                  <a:pt x="9984193" y="1575908"/>
                  <a:pt x="10003841" y="1590266"/>
                </a:cubicBezTo>
                <a:cubicBezTo>
                  <a:pt x="10023487" y="1604623"/>
                  <a:pt x="10059002" y="1624270"/>
                  <a:pt x="10110386" y="1649206"/>
                </a:cubicBezTo>
                <a:cubicBezTo>
                  <a:pt x="10161772" y="1674143"/>
                  <a:pt x="10206355" y="1686611"/>
                  <a:pt x="10244136" y="1686611"/>
                </a:cubicBezTo>
                <a:cubicBezTo>
                  <a:pt x="10327259" y="1686611"/>
                  <a:pt x="10368819" y="1658652"/>
                  <a:pt x="10368819" y="1602734"/>
                </a:cubicBezTo>
                <a:cubicBezTo>
                  <a:pt x="10368819" y="1577042"/>
                  <a:pt x="10358240" y="1557017"/>
                  <a:pt x="10337082" y="1542660"/>
                </a:cubicBezTo>
                <a:cubicBezTo>
                  <a:pt x="10315924" y="1528302"/>
                  <a:pt x="10280031" y="1512056"/>
                  <a:pt x="10229402" y="1493920"/>
                </a:cubicBezTo>
                <a:cubicBezTo>
                  <a:pt x="10178773" y="1475785"/>
                  <a:pt x="10139102" y="1459160"/>
                  <a:pt x="10110386" y="1444047"/>
                </a:cubicBezTo>
                <a:cubicBezTo>
                  <a:pt x="10037844" y="1406265"/>
                  <a:pt x="9980415" y="1363571"/>
                  <a:pt x="9938099" y="1315965"/>
                </a:cubicBezTo>
                <a:cubicBezTo>
                  <a:pt x="9895782" y="1268359"/>
                  <a:pt x="9874624" y="1205262"/>
                  <a:pt x="9874624" y="1126675"/>
                </a:cubicBezTo>
                <a:cubicBezTo>
                  <a:pt x="9874624" y="1008793"/>
                  <a:pt x="9920341" y="916981"/>
                  <a:pt x="10011775" y="851240"/>
                </a:cubicBezTo>
                <a:cubicBezTo>
                  <a:pt x="10103208" y="785498"/>
                  <a:pt x="10226757" y="752628"/>
                  <a:pt x="10382421" y="752628"/>
                </a:cubicBezTo>
                <a:close/>
                <a:moveTo>
                  <a:pt x="6944239" y="752628"/>
                </a:moveTo>
                <a:cubicBezTo>
                  <a:pt x="7111993" y="752628"/>
                  <a:pt x="7250277" y="811946"/>
                  <a:pt x="7359091" y="930583"/>
                </a:cubicBezTo>
                <a:cubicBezTo>
                  <a:pt x="7467904" y="1049220"/>
                  <a:pt x="7522311" y="1194683"/>
                  <a:pt x="7522311" y="1366971"/>
                </a:cubicBezTo>
                <a:cubicBezTo>
                  <a:pt x="7522311" y="1539259"/>
                  <a:pt x="7467904" y="1685100"/>
                  <a:pt x="7359091" y="1804492"/>
                </a:cubicBezTo>
                <a:cubicBezTo>
                  <a:pt x="7250277" y="1923885"/>
                  <a:pt x="7111993" y="1983581"/>
                  <a:pt x="6944239" y="1983581"/>
                </a:cubicBezTo>
                <a:cubicBezTo>
                  <a:pt x="6790086" y="1983581"/>
                  <a:pt x="6663137" y="1935220"/>
                  <a:pt x="6563391" y="1838497"/>
                </a:cubicBezTo>
                <a:lnTo>
                  <a:pt x="6563391" y="2538984"/>
                </a:lnTo>
                <a:lnTo>
                  <a:pt x="6162141" y="2538984"/>
                </a:lnTo>
                <a:lnTo>
                  <a:pt x="6162141" y="786632"/>
                </a:lnTo>
                <a:lnTo>
                  <a:pt x="6558857" y="786632"/>
                </a:lnTo>
                <a:lnTo>
                  <a:pt x="6558857" y="918115"/>
                </a:lnTo>
                <a:lnTo>
                  <a:pt x="6563391" y="918115"/>
                </a:lnTo>
                <a:cubicBezTo>
                  <a:pt x="6663137" y="807790"/>
                  <a:pt x="6790086" y="752628"/>
                  <a:pt x="6944239" y="752628"/>
                </a:cubicBezTo>
                <a:close/>
                <a:moveTo>
                  <a:pt x="5283327" y="752628"/>
                </a:moveTo>
                <a:cubicBezTo>
                  <a:pt x="5478283" y="752628"/>
                  <a:pt x="5642637" y="810813"/>
                  <a:pt x="5776388" y="927183"/>
                </a:cubicBezTo>
                <a:cubicBezTo>
                  <a:pt x="5910138" y="1043553"/>
                  <a:pt x="5977013" y="1190905"/>
                  <a:pt x="5977013" y="1369238"/>
                </a:cubicBezTo>
                <a:cubicBezTo>
                  <a:pt x="5977013" y="1547571"/>
                  <a:pt x="5911649" y="1694545"/>
                  <a:pt x="5780921" y="1810160"/>
                </a:cubicBezTo>
                <a:cubicBezTo>
                  <a:pt x="5650195" y="1925774"/>
                  <a:pt x="5484329" y="1983581"/>
                  <a:pt x="5283327" y="1983581"/>
                </a:cubicBezTo>
                <a:cubicBezTo>
                  <a:pt x="5074767" y="1983581"/>
                  <a:pt x="4905879" y="1926152"/>
                  <a:pt x="4776664" y="1811293"/>
                </a:cubicBezTo>
                <a:cubicBezTo>
                  <a:pt x="4647447" y="1696434"/>
                  <a:pt x="4582840" y="1549083"/>
                  <a:pt x="4582840" y="1369238"/>
                </a:cubicBezTo>
                <a:cubicBezTo>
                  <a:pt x="4582840" y="1189393"/>
                  <a:pt x="4650092" y="1041664"/>
                  <a:pt x="4784597" y="926049"/>
                </a:cubicBezTo>
                <a:cubicBezTo>
                  <a:pt x="4919103" y="810435"/>
                  <a:pt x="5085346" y="752628"/>
                  <a:pt x="5283327" y="752628"/>
                </a:cubicBezTo>
                <a:close/>
                <a:moveTo>
                  <a:pt x="4294937" y="752628"/>
                </a:moveTo>
                <a:cubicBezTo>
                  <a:pt x="4338765" y="752628"/>
                  <a:pt x="4381836" y="758673"/>
                  <a:pt x="4424153" y="770763"/>
                </a:cubicBezTo>
                <a:cubicBezTo>
                  <a:pt x="4466469" y="782854"/>
                  <a:pt x="4497450" y="794944"/>
                  <a:pt x="4517098" y="807034"/>
                </a:cubicBezTo>
                <a:lnTo>
                  <a:pt x="4548835" y="825170"/>
                </a:lnTo>
                <a:lnTo>
                  <a:pt x="4381081" y="1165213"/>
                </a:lnTo>
                <a:cubicBezTo>
                  <a:pt x="4331208" y="1122896"/>
                  <a:pt x="4261688" y="1101738"/>
                  <a:pt x="4172521" y="1101738"/>
                </a:cubicBezTo>
                <a:cubicBezTo>
                  <a:pt x="4124160" y="1101738"/>
                  <a:pt x="4082599" y="1112317"/>
                  <a:pt x="4047840" y="1133475"/>
                </a:cubicBezTo>
                <a:cubicBezTo>
                  <a:pt x="4013080" y="1154634"/>
                  <a:pt x="3988520" y="1180325"/>
                  <a:pt x="3974164" y="1210552"/>
                </a:cubicBezTo>
                <a:cubicBezTo>
                  <a:pt x="3959806" y="1240777"/>
                  <a:pt x="3949604" y="1266469"/>
                  <a:pt x="3943559" y="1287628"/>
                </a:cubicBezTo>
                <a:cubicBezTo>
                  <a:pt x="3937514" y="1308786"/>
                  <a:pt x="3934491" y="1325410"/>
                  <a:pt x="3934491" y="1337501"/>
                </a:cubicBezTo>
                <a:lnTo>
                  <a:pt x="3934491" y="1949577"/>
                </a:lnTo>
                <a:lnTo>
                  <a:pt x="3533242" y="1949577"/>
                </a:lnTo>
                <a:lnTo>
                  <a:pt x="3533242" y="786632"/>
                </a:lnTo>
                <a:lnTo>
                  <a:pt x="3934491" y="786632"/>
                </a:lnTo>
                <a:lnTo>
                  <a:pt x="3934491" y="954386"/>
                </a:lnTo>
                <a:lnTo>
                  <a:pt x="3939026" y="954386"/>
                </a:lnTo>
                <a:cubicBezTo>
                  <a:pt x="3942049" y="948341"/>
                  <a:pt x="3946960" y="940784"/>
                  <a:pt x="3953761" y="931717"/>
                </a:cubicBezTo>
                <a:cubicBezTo>
                  <a:pt x="3960561" y="922649"/>
                  <a:pt x="3975297" y="906780"/>
                  <a:pt x="3997967" y="884111"/>
                </a:cubicBezTo>
                <a:cubicBezTo>
                  <a:pt x="4020635" y="861441"/>
                  <a:pt x="4044817" y="841039"/>
                  <a:pt x="4070508" y="822903"/>
                </a:cubicBezTo>
                <a:cubicBezTo>
                  <a:pt x="4096201" y="804767"/>
                  <a:pt x="4129449" y="788521"/>
                  <a:pt x="4170255" y="774164"/>
                </a:cubicBezTo>
                <a:cubicBezTo>
                  <a:pt x="4211060" y="759806"/>
                  <a:pt x="4252621" y="752628"/>
                  <a:pt x="4294937" y="752628"/>
                </a:cubicBezTo>
                <a:close/>
                <a:moveTo>
                  <a:pt x="2474862" y="752628"/>
                </a:moveTo>
                <a:cubicBezTo>
                  <a:pt x="2624480" y="752628"/>
                  <a:pt x="2749163" y="798722"/>
                  <a:pt x="2848909" y="890912"/>
                </a:cubicBezTo>
                <a:lnTo>
                  <a:pt x="2855709" y="890912"/>
                </a:lnTo>
                <a:lnTo>
                  <a:pt x="2855709" y="786632"/>
                </a:lnTo>
                <a:lnTo>
                  <a:pt x="3256960" y="786632"/>
                </a:lnTo>
                <a:lnTo>
                  <a:pt x="3256960" y="1981314"/>
                </a:lnTo>
                <a:cubicBezTo>
                  <a:pt x="3256960" y="2170227"/>
                  <a:pt x="3194240" y="2316068"/>
                  <a:pt x="3068803" y="2418836"/>
                </a:cubicBezTo>
                <a:cubicBezTo>
                  <a:pt x="2943364" y="2521604"/>
                  <a:pt x="2777878" y="2572988"/>
                  <a:pt x="2572340" y="2572988"/>
                </a:cubicBezTo>
                <a:cubicBezTo>
                  <a:pt x="2239855" y="2572988"/>
                  <a:pt x="2025250" y="2460397"/>
                  <a:pt x="1928526" y="2235213"/>
                </a:cubicBezTo>
                <a:lnTo>
                  <a:pt x="2257235" y="2074259"/>
                </a:lnTo>
                <a:cubicBezTo>
                  <a:pt x="2317687" y="2174005"/>
                  <a:pt x="2422722" y="2223878"/>
                  <a:pt x="2572340" y="2223878"/>
                </a:cubicBezTo>
                <a:cubicBezTo>
                  <a:pt x="2641861" y="2223878"/>
                  <a:pt x="2706468" y="2201586"/>
                  <a:pt x="2766165" y="2157003"/>
                </a:cubicBezTo>
                <a:cubicBezTo>
                  <a:pt x="2825861" y="2112420"/>
                  <a:pt x="2855709" y="2044033"/>
                  <a:pt x="2855709" y="1951844"/>
                </a:cubicBezTo>
                <a:lnTo>
                  <a:pt x="2855709" y="1865700"/>
                </a:lnTo>
                <a:cubicBezTo>
                  <a:pt x="2784679" y="1944288"/>
                  <a:pt x="2657729" y="1983581"/>
                  <a:pt x="2474862" y="1983581"/>
                </a:cubicBezTo>
                <a:cubicBezTo>
                  <a:pt x="2307108" y="1983581"/>
                  <a:pt x="2168824" y="1924263"/>
                  <a:pt x="2060010" y="1805626"/>
                </a:cubicBezTo>
                <a:cubicBezTo>
                  <a:pt x="1951196" y="1686989"/>
                  <a:pt x="1896790" y="1541526"/>
                  <a:pt x="1896790" y="1369238"/>
                </a:cubicBezTo>
                <a:cubicBezTo>
                  <a:pt x="1896790" y="1196950"/>
                  <a:pt x="1951196" y="1051109"/>
                  <a:pt x="2060010" y="931717"/>
                </a:cubicBezTo>
                <a:cubicBezTo>
                  <a:pt x="2168824" y="812324"/>
                  <a:pt x="2307108" y="752628"/>
                  <a:pt x="2474862" y="752628"/>
                </a:cubicBezTo>
                <a:close/>
                <a:moveTo>
                  <a:pt x="949852" y="657416"/>
                </a:moveTo>
                <a:lnTo>
                  <a:pt x="741292" y="1201484"/>
                </a:lnTo>
                <a:lnTo>
                  <a:pt x="1162946" y="1201484"/>
                </a:lnTo>
                <a:lnTo>
                  <a:pt x="954386" y="657416"/>
                </a:lnTo>
                <a:close/>
                <a:moveTo>
                  <a:pt x="754895" y="79343"/>
                </a:moveTo>
                <a:lnTo>
                  <a:pt x="1149343" y="79343"/>
                </a:lnTo>
                <a:lnTo>
                  <a:pt x="1904238" y="1949577"/>
                </a:lnTo>
                <a:lnTo>
                  <a:pt x="1446314" y="1949577"/>
                </a:lnTo>
                <a:lnTo>
                  <a:pt x="1308030" y="1575530"/>
                </a:lnTo>
                <a:lnTo>
                  <a:pt x="596208" y="1575530"/>
                </a:lnTo>
                <a:lnTo>
                  <a:pt x="457924" y="1949577"/>
                </a:lnTo>
                <a:lnTo>
                  <a:pt x="0" y="1949577"/>
                </a:lnTo>
                <a:close/>
                <a:moveTo>
                  <a:pt x="7714717" y="0"/>
                </a:moveTo>
                <a:lnTo>
                  <a:pt x="8115966" y="0"/>
                </a:lnTo>
                <a:lnTo>
                  <a:pt x="8115966" y="1949577"/>
                </a:lnTo>
                <a:lnTo>
                  <a:pt x="7714717" y="19495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37698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</Words>
  <Application>Microsoft Office PowerPoint</Application>
  <PresentationFormat>Custom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Calibri</vt:lpstr>
      <vt:lpstr>Arial</vt:lpstr>
      <vt:lpstr>League Spartan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agricultural assistance app</dc:title>
  <cp:lastModifiedBy>Abhijeet Manohar</cp:lastModifiedBy>
  <cp:revision>1</cp:revision>
  <dcterms:created xsi:type="dcterms:W3CDTF">2006-08-16T00:00:00Z</dcterms:created>
  <dcterms:modified xsi:type="dcterms:W3CDTF">2025-11-29T11:36:04Z</dcterms:modified>
  <dc:identifier>DAG6DHADi6w</dc:identifier>
</cp:coreProperties>
</file>